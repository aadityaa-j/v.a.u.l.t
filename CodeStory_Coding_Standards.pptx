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263582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2635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Standards Document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Developer Intelligence Platform  |  Assessment 5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63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Aaditiya Jhunjhunwala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24BDE0045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663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 Bhimani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24BDE0121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CodeStory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is a unified developer intelligence platform that connects software requirements, engineering decisions, implementation artefacts, project events, milestones, traceability relationships, and historical project information in a single system.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defines the programming, development, coding, project-organization, version-control, and initial implementation practices for the platform — prepared from the Assessment 4 final design.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52360" y="1508760"/>
            <a:ext cx="4206240" cy="4754880"/>
          </a:xfrm>
          <a:prstGeom prst="roundRect">
            <a:avLst>
              <a:gd name="adj" fmla="val 217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Entities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225856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73568" y="2139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272491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73568" y="2606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319125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73568" y="30723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RequirementVersion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365760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73568" y="3538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EngineeringDecision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412394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73568" y="40050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EngineeringArtefact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0" y="459028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73568" y="4471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ImpactAnalysis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505663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73568" y="4937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0" y="552297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73568" y="54041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ProjectEvent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598932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73568" y="5870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EvolutionTimeline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1.1 – 1.2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&amp; Development Environment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implementation language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414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support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modularity for multiple components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64992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2461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67328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484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database connectivity support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169664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507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layered-architecture implementation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4531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support for collaborative dev &amp; version control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17320"/>
          <a:ext cx="5394960" cy="4663440"/>
        </p:xfrm>
        <a:graphic>
          <a:graphicData uri="http://schemas.openxmlformats.org/drawingml/2006/table">
            <a:tbl>
              <a:tblPr/>
              <a:tblGrid>
                <a:gridCol w="283464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 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JDK 17 or later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IntelliJ IDEA / VS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Repository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 / MS 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1.3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1396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000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9809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19125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Application Layer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822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3250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/ Data Access Layer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663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4937760" cy="621792"/>
          </a:xfrm>
          <a:prstGeom prst="roundRect">
            <a:avLst>
              <a:gd name="adj" fmla="val 1029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8737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Implementation Modules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20116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029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 Intelligence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26060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722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624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Evolution Management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32004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72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218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38130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Timeline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3891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7220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4407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Management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72200" y="49834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7220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5001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State Management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72200" y="55778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172200" y="5577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5596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Information Access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8308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Project, Requirement,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EngineeringDecision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47288" y="150876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675888" y="178308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5888" y="1783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1089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createRequirement(),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analyzeImpact()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45936" y="150876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74536" y="178308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74536" y="1783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74536" y="31089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requirementTitle,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versionNumber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44584" y="1508760"/>
            <a:ext cx="2697480" cy="4480560"/>
          </a:xfrm>
          <a:prstGeom prst="roundRect">
            <a:avLst>
              <a:gd name="adj" fmla="val 2712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9473184" y="1783080"/>
            <a:ext cx="22402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73184" y="1783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27464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UPPER_SNAKE_CASE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473184" y="31089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ACTIVE_STATUS,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MAX_VERSION_NUMBER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 – 2.4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Method &amp; Comment Standards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470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— manages requirement information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3500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RequirementVersion — stores version history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529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EngineeringDecision — stores technical &amp; architectural decisions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558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ImpactAnalysis — manages requirement-change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8587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— maintains traceability links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Standards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83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per method  •  meaningful names  •  avoid excess length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 •  return meaningful results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46304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1B23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Comment Example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011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Creates a new version whenever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requirement is modified.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RequirementVersion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createNewVersion()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886200"/>
            <a:ext cx="4846320" cy="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Signature Example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38912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RequirementVersion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createNewVersion(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Requirement requirement,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changeDescription)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Implementation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 – 2.6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 &amp; Database Standards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470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not found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494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not found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51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requirement version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05409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relationship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564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access failure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B23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976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(requirement == null)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IllegalArgumentException(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"Requirement cannot be null"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Naming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212848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PROJECT, REQUIREMENT,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REQUIREMENT_VERSION,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ENGINEERING_DECISION,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ENGINEERING_ARTEFACT, MILESTONE,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RELATIONSHIP, PROJECT_EVENT,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IMPACT_ANALYSIS, EVOLUTION_TIMELINE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Foreign Keys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17880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project_id, requirement_id, version_id,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decision_id, artefact_id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Quality Standards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66420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5544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duplicate code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28816" y="1664208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28816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5544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modular programming principles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26771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" y="23774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677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classes focused on a single responsibility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226771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28816" y="2377440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28816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2677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meaningful names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98094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" y="30906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29809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proper indentation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2980944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528816" y="3090672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28816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29809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controller, service, and repository logic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69417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" y="38039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6941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user input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3694176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28816" y="380390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28816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95160" y="36941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exceptions properly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40740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38" name="Shape 36"/>
          <p:cNvSpPr/>
          <p:nvPr/>
        </p:nvSpPr>
        <p:spPr>
          <a:xfrm>
            <a:off x="676656" y="451713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76656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" y="44074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database operations separate from business logic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0" y="4407408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528816" y="4517136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528816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995160" y="44074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testable modules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Module Organization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1B23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CodeStory/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java/com/codestory/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│   ├── controller/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│   ├── service/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│   ├── repository/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│   ├── model/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│   ├── dto/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│   ├── exception/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│   └── config/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resources/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    ├── application.properties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    └── database/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test/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pom.xml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model/ Package — Core Entities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1920240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56248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Project.java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0" y="1920240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53728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Requirement.java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2340864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6248" y="23408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RequirementVersion.java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0" y="2340864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53728" y="23408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EngineeringDecision.java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2761488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56248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EngineeringArtefact.java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2761488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53728" y="27614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Milestone.java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3182112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56248" y="31821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Relationship.java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0" y="3182112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53728" y="31821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ProjectEvent.java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3602736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56248" y="36027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ImpactAnalysis.java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0" y="3602736"/>
            <a:ext cx="2514600" cy="347472"/>
          </a:xfrm>
          <a:prstGeom prst="roundRect">
            <a:avLst>
              <a:gd name="adj" fmla="val 13158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53728" y="36027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EvolutionTimeline.java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 Organization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084832" cy="44805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62456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6245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231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decisions, store rationale, connect decisions with requirements, maintain context.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9776" y="1554480"/>
            <a:ext cx="2084832" cy="4480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93592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35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871216" y="24231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Evolution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320040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modify requirements, create versions, preserve modification history.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10912" y="1554480"/>
            <a:ext cx="2084832" cy="44805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24728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2472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102352" y="24231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48072" y="320040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changes, retrieve artefacts, identify affected modules/files/APIs, store results.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42048" y="1554480"/>
            <a:ext cx="2084832" cy="4480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55864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5586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33488" y="24231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79208" y="320040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requirements ↔ decisions ↔ artefacts; maintain relationships; support impact analysis.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473184" y="1554480"/>
            <a:ext cx="2084832" cy="44805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 w="12700">
            <a:solidFill>
              <a:srgbClr val="E2E7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2870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564624" y="2423160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Timeline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10344" y="3200400"/>
            <a:ext cx="18105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project events, organize chronologically, display evolution &amp; support history.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– 4.2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&amp; Branching Strategy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(Git + GitHub)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excludes: target/, .idea/, *.class, *.log, .env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15468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3B4B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154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63040" y="384048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3840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feature/requirement-management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63040" y="429768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63040" y="4297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feature/decision-management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475488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463040" y="4754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feature/impact-analysis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63040" y="521208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63040" y="52120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feature/traceability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63040" y="566928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463040" y="5669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feature/evolution-timeline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46304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1920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code · tested features · major project versions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83464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Branch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development code · features under final testing · current implementation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4206240"/>
            <a:ext cx="5303520" cy="1737360"/>
          </a:xfrm>
          <a:prstGeom prst="roundRect">
            <a:avLst>
              <a:gd name="adj" fmla="val 3684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3796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major module is developed in its own feature branch and merged into develop after testing.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 – 4.4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Standards &amp; Git Workflow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Message Standards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1B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add requirement creation module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implement requirement version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tracking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add impact analysis service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correct requirement version update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update project documentation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refactor: improve relationship service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Git Workflow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842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84848" y="182880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 Branch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98280" y="1828800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9189720" y="19842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8972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573768" y="182880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Module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2560320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7157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84848" y="25603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Changes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2560320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9720" y="271576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972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73768" y="256032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Changes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3291840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34472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32918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98280" y="3291840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9189720" y="34472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8972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573768" y="32918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Develop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4023360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0" y="41788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0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784848" y="402336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98280" y="4023360"/>
            <a:ext cx="2514600" cy="621792"/>
          </a:xfrm>
          <a:prstGeom prst="roundRect">
            <a:avLst>
              <a:gd name="adj" fmla="val 8824"/>
            </a:avLst>
          </a:prstGeom>
          <a:solidFill>
            <a:srgbClr val="F4F6FC"/>
          </a:solidFill>
          <a:ln/>
        </p:spPr>
      </p:sp>
      <p:sp>
        <p:nvSpPr>
          <p:cNvPr id="38" name="Shape 36"/>
          <p:cNvSpPr/>
          <p:nvPr/>
        </p:nvSpPr>
        <p:spPr>
          <a:xfrm>
            <a:off x="9189720" y="41788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89720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573768" y="402336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Main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5.1 – 5.4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Module: Requirement Evolution Management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as the first module because requirement evolution is central to CodeStory and feeds later impact-analysis and traceability operations. It creates and modifies requirements, maintains versions, records change descriptions, and preserves history.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1B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96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3154680" cy="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175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requirementId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projectId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1B23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496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RequirementVersion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17720" y="2880360"/>
            <a:ext cx="3154680" cy="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30175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versionId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requirementId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versionNumber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changeDescription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createdAt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1B23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24963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RequirementService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458200" y="2880360"/>
            <a:ext cx="3154680" cy="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58200" y="301752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createRequirement()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updateRequirement()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getVersionCount()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5.6 – 5.7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Testing &amp; Future Roadmap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Module Testing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5394960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is successfully stored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information is updated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version is generated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description is stored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versions remain 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Appropriate error is generated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1417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Module Roadmap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17830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Requirement &amp; Requirement Version Management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24688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24688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24688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 Intelligence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09360" y="31546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09360" y="31546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31546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Management; Engineering Artefact Management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309360" y="38404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09360" y="38404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452360" y="38404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309360" y="45262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09360" y="45262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452360" y="45262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Events; Evolution Timeline; Historical State Management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Coding Standards Document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2635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That Scale With CodeStory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5 defines the coding and implementation standards for the CodeStory project — the language and development environment, coding conventions, modular project structure, Git-based version-control strategy, and the initial implementation of the Requirement Evolution Management module.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structure aligns with the CodeStory final design, organizing the platform around engineering decisions, requirement evolution and impact analysis, evolution timelines, traceability, and historical project information.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943600"/>
            <a:ext cx="10515600" cy="0"/>
          </a:xfrm>
          <a:prstGeom prst="line">
            <a:avLst/>
          </a:prstGeom>
          <a:noFill/>
          <a:ln w="12700">
            <a:solidFill>
              <a:srgbClr val="3B4B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CodeStory — A Unified Developer Intelligence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2026-09-09T09:19:10Z</dcterms:created>
  <dcterms:modified xsi:type="dcterms:W3CDTF">2026-09-09T09:19:10Z</dcterms:modified>
</cp:coreProperties>
</file>